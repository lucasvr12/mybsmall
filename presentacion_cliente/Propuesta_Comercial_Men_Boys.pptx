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2F2F"/>
                </a:solidFill>
              </a:rPr>
              <a:t>PROPUESTA COMERCIAL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</a:rPr>
              <a:t>NUEVO SISTEMA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</a:rPr>
              <a:t>DIGITAL DE CITAS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Men &amp; Boys Experience • Barbershop &amp; Spa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Modernización, automatización y control absoluto del negocio.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Presentado por: Lu Valenzuela</a:t>
            </a:r>
            <a:endParaRPr lang="en-US" sz="1200" dirty="0"/>
          </a:p>
        </p:txBody>
      </p:sp>
      <p:pic>
        <p:nvPicPr>
          <p:cNvPr id="6" name="Image 0" descr="public/screenshot_reser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3840480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LA ESTRATEGIA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UNA WEB VERSÁTIL E INTELIGENTE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291840" cy="3657600"/>
          </a:xfrm>
          <a:prstGeom prst="rect">
            <a:avLst/>
          </a:prstGeom>
          <a:solidFill>
            <a:srgbClr val="ECE9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01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MOBILE-FIRST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Diseñada milimétricamente para pantallas de celular. El cliente agenda de forma autónoma en menos de 1 minuto.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06240" y="1828800"/>
            <a:ext cx="3291840" cy="3657600"/>
          </a:xfrm>
          <a:prstGeom prst="rect">
            <a:avLst/>
          </a:prstGeom>
          <a:solidFill>
            <a:srgbClr val="ECE9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02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PREMIUM UI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Interfaz oscura ("Dark Mode") elegante, rápida y moderna que encaja con la identidad de la barbería.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63840" y="1828800"/>
            <a:ext cx="3291840" cy="3657600"/>
          </a:xfrm>
          <a:prstGeom prst="rect">
            <a:avLst/>
          </a:prstGeom>
          <a:solidFill>
            <a:srgbClr val="ECE9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03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CERO FRICCIÓN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Un flujo intuitivo en 5 pasos que guía al usuario de forma limpia y transparente desde la sucursal hasta el ticket.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PASO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UBICACIÓN INTELIGENTE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El portal web público despliega de forma atractiva las sucursales operativas para que el cliente decida dónde atenderse al instante: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📍 Carrizalejo (Manuel Gómez Morín)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📍 Misión del Valle (Alfonso Reyes)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📍 Carretera Nacional (Plaza Palmares)</a:t>
            </a:r>
            <a:endParaRPr lang="en-US" sz="1500" dirty="0"/>
          </a:p>
        </p:txBody>
      </p:sp>
      <p:pic>
        <p:nvPicPr>
          <p:cNvPr id="5" name="Image 0" descr="public/screenshot_reser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3840480" cy="5303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PASOS 02 &amp;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PERSONALIZACIÓN Y CATÁLOGO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Elección del Profesional: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El cliente selecciona a su barbero favorito (Edith, Alicia, Vera, etc.) o elige la opción inteligente "Cualquiera Disponible" para optimizar los huecos de la agenda.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Categorías Interactivas: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Catálogo dinámico dividido de forma impecable: Corte y Peinado, Estética y Aseo, Barba y Afeitado, Tratamientos &amp; SPA.</a:t>
            </a:r>
            <a:endParaRPr lang="en-US" sz="1500" dirty="0"/>
          </a:p>
        </p:txBody>
      </p:sp>
      <p:pic>
        <p:nvPicPr>
          <p:cNvPr id="5" name="Image 0" descr="public/screenshot_reser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3840480" cy="5303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PASOS 04 &amp;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EL CIERRE DE RESERVA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Transparencia total: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Antes de confirmar la cita, el sistema le muestra al cliente un desglose exacto de su sesión (sucursal, barbero, costo y la duración exacta en minutos).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Validación con WhatsApp: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El cliente ingresa su nombre y teléfono. Al dar clic en "Confirmar mi Cita", el sistema genera un ticket interno y abre de forma automatizada un mensaje pre-redactado para confirmación inmediata vía WhatsApp.</a:t>
            </a:r>
            <a:endParaRPr lang="en-US" sz="1500" dirty="0"/>
          </a:p>
        </p:txBody>
      </p:sp>
      <p:pic>
        <p:nvPicPr>
          <p:cNvPr id="5" name="Image 0" descr="public/screenshot_reser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3840480" cy="5303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EL BACKEND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EL CEREBRO DEL NEGOCIO (/ADMIN)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Un centro de control privado protegido por contraseña segura.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Olvida las plataformas externas complejas o las hojas de cálculo propensas a errores. Este panel permite coordinar sucursales, horarios, catálogo de precios y personal en tiempo real y desde cualquier dispositivo de manera unificada.</a:t>
            </a:r>
            <a:endParaRPr lang="en-US" sz="1500" dirty="0"/>
          </a:p>
        </p:txBody>
      </p:sp>
      <p:pic>
        <p:nvPicPr>
          <p:cNvPr id="5" name="Image 0" descr="public/screenshot_admin_ci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45920"/>
            <a:ext cx="62179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MÓDULO INTERNO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GESTIÓN DE PERSONAL Y WHATSAPP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Control de Estilistas Activos: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Permite dar de alta nuevos miembros del staff de forma instantánea, asignando su teléfono y vinculándolos mediante casillas únicamente a las sucursales donde realmente laboran.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Ruteo Telefónico: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Desde el panel se configuran los números destino de WhatsApp para cada sucursal, asegurando que las alertas de citas caigan directamente al local correcto.</a:t>
            </a:r>
            <a:endParaRPr lang="en-US" sz="1500" dirty="0"/>
          </a:p>
        </p:txBody>
      </p:sp>
      <p:pic>
        <p:nvPicPr>
          <p:cNvPr id="5" name="Image 0" descr="public/screenshot_admin_estilis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45920"/>
            <a:ext cx="62179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MÓDULO INTERNO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CONTROL DE CATÁLOGO Y TARIFAS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Cambios al Instante: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¿Subieron los insumos o cambió la duración de un servicio? El administrador puede añadir o dar de baja servicios en segundos sin tocar una sola línea de código.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El sistema actualiza de inmediato los precios y tiempos reflejándose automáticamente en la interfaz pública del cliente (ej. Corte Adulto $280 / 30 min o Corte MB Experience $450 / 60 min).</a:t>
            </a:r>
            <a:endParaRPr lang="en-US" sz="1500" dirty="0"/>
          </a:p>
        </p:txBody>
      </p:sp>
      <p:pic>
        <p:nvPicPr>
          <p:cNvPr id="5" name="Image 0" descr="public/screenshot_admin_servic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45920"/>
            <a:ext cx="62179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MÓDULO INTERNO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HORARIOS Y BLOQUEOS DE SEGURIDAD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Matriz Semanal de Trabajo: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Permite configurar de manera individualizada las horas de entrada, salida y el día de descanso obligatorio de cada barbero por sucursal.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Herramienta Antierrores: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Módulo exclusivo para bloquear agendas de forma masiva (por vacaciones, juntas mensuales o emergencias). Si un horario está bloqueado, el algoritmo impide al 100% que un cliente pueda agendar ahí, eliminando el riesgo de duplicidad de citas.</a:t>
            </a:r>
            <a:endParaRPr lang="en-US" sz="1500" dirty="0"/>
          </a:p>
        </p:txBody>
      </p:sp>
      <p:pic>
        <p:nvPicPr>
          <p:cNvPr id="5" name="Image 0" descr="public/screenshot_admin_hor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45920"/>
            <a:ext cx="62179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MÓDULO INTERNO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CONTROL DE SUCURSALES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Gestión Directa: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Modifica las direcciones físicas y los números de WhatsApp de contacto para las confirmaciones de las citas.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Botón Inteligente: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Guarda cambios únicamente cuando detecta diferencias con la base de datos, evitando recargas innecesarias.</a:t>
            </a:r>
            <a:endParaRPr lang="en-US" sz="1500" dirty="0"/>
          </a:p>
        </p:txBody>
      </p:sp>
      <p:pic>
        <p:nvPicPr>
          <p:cNvPr id="5" name="Image 0" descr="public/screenshot_admin_sucur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45920"/>
            <a:ext cx="62179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ESTRUCTURA FINANCIERA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INVERSIONES EXTERNAS REQUERIDAS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Para garantizar la propiedad total y la transparencia del sistema, los siguientes costos de infraestructura digital son cubiertos directamente con los proveedores externos: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09728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6400800"/>
                <a:gridCol w="22860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Concepto Tecnológico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Descripción del Servicio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Costo Estimado (Anual)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Dominio Web Comercial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El nombre exclusivo de tu marca en internet (ej. www.menandboys.com). Imprescindible para el posicionamiento y la confianza.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$300 - $500 MXN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Servidor y Base de Datos (Hosting)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Infraestructura en la nube encargada de almacenar de forma segura la base de datos Postgres SQL y de procesar la lógica de Next.js.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$2,000 - $3,500 MXN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GUÍA DE IMPLEMENTACIÓN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PROVEEDORES DE DOMINIO RECOMENDADOS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Sugerimos realizar la adquisición del dominio en cualquiera de estas plataformas para mayor velocidad, seguridad y transparencia en precios: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3291840" cy="2743200"/>
          </a:xfrm>
          <a:prstGeom prst="rect">
            <a:avLst/>
          </a:prstGeom>
          <a:solidFill>
            <a:srgbClr val="ECE9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Namecheap / Cloudflare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Líderes mundiales de infraestructura. Destacan por no tener costos ocultos en renovaciones anuales y ofrecer la mayor velocidad en redirección DNS.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2743200"/>
            <a:ext cx="3291840" cy="2743200"/>
          </a:xfrm>
          <a:prstGeom prst="rect">
            <a:avLst/>
          </a:prstGeom>
          <a:solidFill>
            <a:srgbClr val="ECE9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Neubox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Proveedor mexicano de excelente reputación. Es la opción ideal si la empresa prefiere recibir facturación local deducible de forma directa y soporte en español.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743200"/>
            <a:ext cx="3291840" cy="2743200"/>
          </a:xfrm>
          <a:prstGeom prst="rect">
            <a:avLst/>
          </a:prstGeom>
          <a:solidFill>
            <a:srgbClr val="ECE9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Squarespace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Plataforma robusta que absorbió la infraestructura previa de Google Domains. Permite una administración sumamente limpia, amigable e intuitiva.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2F2F"/>
                </a:solidFill>
              </a:rPr>
              <a:t>CIERRE COMERCIAL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INVERSIÓN DEL PROYECTO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972800" cy="3200400"/>
        </p:xfrm>
        <a:graphic>
          <a:graphicData uri="http://schemas.openxmlformats.org/drawingml/2006/table">
            <a:tbl>
              <a:tblPr/>
              <a:tblGrid>
                <a:gridCol w="8229600"/>
                <a:gridCol w="2743200"/>
              </a:tblGrid>
              <a:tr h="160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Concepto / Entregables Clave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Inversión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Desarrollo Integral: Sistema de Reservas Men &amp; Boys Experience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• Portal web público adaptivo móvil-first con diseño premium Dark Mode.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• Panel privado de administración (/admin) con control de staff, servicios, horarios, bloqueos y sucursales.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• Estructuración de Base de Datos relacional serverless en Postgres SQL.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• Integración en tiempo real con Google Calendar y pasarela automatizada hacia WhatsApp.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$35,000.00 MXN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32F2F"/>
                </a:solidFill>
              </a:rPr>
              <a:t>PRECIO FINAL NETO: $35,000.00 MXN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* Incluye periodo de pruebas en entorno real, corrección de detalles de interfaz y entrega total de accesos administrativos y de código.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MEN &amp; BOYS EXPERIENCE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2026-06-04T02:50:32Z</dcterms:created>
  <dcterms:modified xsi:type="dcterms:W3CDTF">2026-06-04T02:50:32Z</dcterms:modified>
</cp:coreProperties>
</file>