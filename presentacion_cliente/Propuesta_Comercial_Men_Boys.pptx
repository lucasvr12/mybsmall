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9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32F2F"/>
                </a:solidFill>
              </a:rPr>
              <a:t>PROPUESTA COMERCIAL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5486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11111"/>
                </a:solidFill>
              </a:rPr>
              <a:t>NUEVO SISTEMA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111111"/>
                </a:solidFill>
              </a:rPr>
              <a:t>DIGITAL DE CITAS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356616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555"/>
                </a:solidFill>
              </a:rPr>
              <a:t>Men &amp; Boys Experience • Barbershop &amp; Spa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55555"/>
                </a:solidFill>
              </a:rPr>
              <a:t>Modernización, automatización y control absoluto del negocio.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47548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</a:rPr>
              <a:t>Presentado por: Lu Valenzuela</a:t>
            </a:r>
            <a:endParaRPr lang="en-US" sz="1200" dirty="0"/>
          </a:p>
        </p:txBody>
      </p:sp>
      <p:pic>
        <p:nvPicPr>
          <p:cNvPr id="6" name="Image 0" descr="public/screenshot_reserv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0" y="731520"/>
            <a:ext cx="3840480" cy="53035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62179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88888"/>
                </a:solidFill>
              </a:rPr>
              <a:t>MEN &amp; BOYS EXPERIENCE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515600" y="62179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88888"/>
                </a:solidFill>
              </a:rPr>
              <a:t>1 / 13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32F2F"/>
                </a:solidFill>
              </a:rPr>
              <a:t>LA ESTRATEGIA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</a:rPr>
              <a:t>UNA WEB VERSÁTIL E INTELIGENTE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3291840" cy="3657600"/>
          </a:xfrm>
          <a:prstGeom prst="rect">
            <a:avLst/>
          </a:prstGeom>
          <a:solidFill>
            <a:srgbClr val="ECE9E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</a:rPr>
              <a:t>01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</a:rPr>
              <a:t>MOBILE-FIRST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</a:rPr>
              <a:t>Diseñada milimétricamente para pantallas de celular. El cliente agenda de forma autónoma en menos de 1 minuto.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206240" y="1828800"/>
            <a:ext cx="3291840" cy="3657600"/>
          </a:xfrm>
          <a:prstGeom prst="rect">
            <a:avLst/>
          </a:prstGeom>
          <a:solidFill>
            <a:srgbClr val="ECE9E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</a:rPr>
              <a:t>02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</a:rPr>
              <a:t>PREMIUM UI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</a:rPr>
              <a:t>Interfaz oscura ("Dark Mode") elegante, rápida y moderna que encaja con la identidad de la barbería.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863840" y="1828800"/>
            <a:ext cx="3291840" cy="3657600"/>
          </a:xfrm>
          <a:prstGeom prst="rect">
            <a:avLst/>
          </a:prstGeom>
          <a:solidFill>
            <a:srgbClr val="ECE9E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</a:rPr>
              <a:t>03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</a:rPr>
              <a:t>CERO FRICCIÓN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</a:rPr>
              <a:t>Un flujo intuitivo en 5 pasos que guía al usuario de forma limpia y transparente desde la sucursal hasta el ticket.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88888"/>
                </a:solidFill>
              </a:rPr>
              <a:t>MEN &amp; BOYS EXPERIENCE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0515600" y="62179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88888"/>
                </a:solidFill>
              </a:rPr>
              <a:t>2 / 13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9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32F2F"/>
                </a:solidFill>
              </a:rPr>
              <a:t>PASO 01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</a:rPr>
              <a:t>UBICACIÓN INTELIGENTE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2011680"/>
            <a:ext cx="59436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</a:rPr>
              <a:t>El portal web público despliega de forma atractiva las sucursales operativas para que el cliente decida dónde atenderse al instante: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</a:rPr>
              <a:t>📍 Carrizalejo (Manuel Gómez Morín)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</a:rPr>
              <a:t>📍 Misión del Valle (Alfonso Reyes)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</a:rPr>
              <a:t>📍 Carretera Nacional (Plaza Palmares)</a:t>
            </a:r>
            <a:endParaRPr lang="en-US" sz="1500" dirty="0"/>
          </a:p>
        </p:txBody>
      </p:sp>
      <p:pic>
        <p:nvPicPr>
          <p:cNvPr id="5" name="Image 0" descr="public/screenshot_reserv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0" y="731520"/>
            <a:ext cx="3840480" cy="53035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62179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88888"/>
                </a:solidFill>
              </a:rPr>
              <a:t>MEN &amp; BOYS EXPERIENCE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0515600" y="62179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88888"/>
                </a:solidFill>
              </a:rPr>
              <a:t>3 / 13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9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32F2F"/>
                </a:solidFill>
              </a:rPr>
              <a:t>PASOS 02 &amp; 03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</a:rPr>
              <a:t>PERSONALIZACIÓN Y CATÁLOGO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2011680"/>
            <a:ext cx="59436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</a:rPr>
              <a:t>Elección del Profesional: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</a:rPr>
              <a:t>El cliente selecciona a su barbero favorito (Edith, Alicia, Vera, etc.) o elige la opción inteligente "Cualquiera Disponible" para optimizar los huecos de la agenda.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</a:rPr>
              <a:t>Categorías Interactivas: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</a:rPr>
              <a:t>Catálogo dinámico dividido de forma impecable: Corte y Peinado, Estética y Aseo, Barba y Afeitado, Tratamientos &amp; SPA.</a:t>
            </a:r>
            <a:endParaRPr lang="en-US" sz="1500" dirty="0"/>
          </a:p>
        </p:txBody>
      </p:sp>
      <p:pic>
        <p:nvPicPr>
          <p:cNvPr id="5" name="Image 0" descr="public/screenshot_reserv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0" y="731520"/>
            <a:ext cx="3840480" cy="53035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62179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88888"/>
                </a:solidFill>
              </a:rPr>
              <a:t>MEN &amp; BOYS EXPERIENCE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0515600" y="62179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88888"/>
                </a:solidFill>
              </a:rPr>
              <a:t>4 / 13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9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32F2F"/>
                </a:solidFill>
              </a:rPr>
              <a:t>PASOS 04 &amp; 05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</a:rPr>
              <a:t>EL CIERRE DE RESERVA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2011680"/>
            <a:ext cx="59436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</a:rPr>
              <a:t>Transparencia total: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</a:rPr>
              <a:t>Antes de confirmar la cita, el sistema le muestra al cliente un desglose exacto de su sesión (sucursal, barbero, costo y la duración exacta en minutos).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</a:rPr>
              <a:t>Validación con WhatsApp: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</a:rPr>
              <a:t>El cliente ingresa su nombre y teléfono. Al dar clic en "Confirmar mi Cita", el sistema genera un ticket interno y abre de forma automatizada un mensaje pre-redactado para confirmación inmediata vía WhatsApp.</a:t>
            </a:r>
            <a:endParaRPr lang="en-US" sz="1500" dirty="0"/>
          </a:p>
        </p:txBody>
      </p:sp>
      <p:pic>
        <p:nvPicPr>
          <p:cNvPr id="5" name="Image 0" descr="public/screenshot_reserv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0" y="731520"/>
            <a:ext cx="3840480" cy="53035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62179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88888"/>
                </a:solidFill>
              </a:rPr>
              <a:t>MEN &amp; BOYS EXPERIENCE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0515600" y="62179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88888"/>
                </a:solidFill>
              </a:rPr>
              <a:t>5 / 13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9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32F2F"/>
                </a:solidFill>
              </a:rPr>
              <a:t>EL BACKEND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</a:rPr>
              <a:t>EL CEREBRO DEL NEGOCIO (/ADMIN)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201168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</a:rPr>
              <a:t>Un centro de control privado protegido por contraseña segura.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</a:rPr>
              <a:t>Olvida las plataformas externas complejas o las hojas de cálculo propensas a errores. Este panel permite coordinar sucursales, horarios, catálogo de precios y personal en tiempo real y desde cualquier dispositivo de manera unificada.</a:t>
            </a:r>
            <a:endParaRPr lang="en-US" sz="1500" dirty="0"/>
          </a:p>
        </p:txBody>
      </p:sp>
      <p:pic>
        <p:nvPicPr>
          <p:cNvPr id="5" name="Image 0" descr="public/screenshot_admin_cit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0" y="1645920"/>
            <a:ext cx="621792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62179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88888"/>
                </a:solidFill>
              </a:rPr>
              <a:t>MEN &amp; BOYS EXPERIENCE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0515600" y="62179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88888"/>
                </a:solidFill>
              </a:rPr>
              <a:t>6 / 13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9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32F2F"/>
                </a:solidFill>
              </a:rPr>
              <a:t>MÓDULO INTERNO 01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</a:rPr>
              <a:t>GESTIÓN DE PERSONAL Y WHATSAPP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201168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</a:rPr>
              <a:t>Control de Estilistas Activos: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</a:rPr>
              <a:t>Permite dar de alta nuevos miembros del staff de forma instantánea, asignando su teléfono y vinculándolos mediante casillas únicamente a las sucursales donde realmente laboran.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</a:rPr>
              <a:t>Ruteo Telefónico: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</a:rPr>
              <a:t>Desde el panel se configuran los números destino de WhatsApp para cada sucursal, asegurando que las alertas de citas caigan directamente al local correcto.</a:t>
            </a:r>
            <a:endParaRPr lang="en-US" sz="1500" dirty="0"/>
          </a:p>
        </p:txBody>
      </p:sp>
      <p:pic>
        <p:nvPicPr>
          <p:cNvPr id="5" name="Image 0" descr="public/screenshot_admin_estilist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0" y="1645920"/>
            <a:ext cx="621792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62179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88888"/>
                </a:solidFill>
              </a:rPr>
              <a:t>MEN &amp; BOYS EXPERIENCE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0515600" y="62179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88888"/>
                </a:solidFill>
              </a:rPr>
              <a:t>7 / 13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9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32F2F"/>
                </a:solidFill>
              </a:rPr>
              <a:t>MÓDULO INTERNO 02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</a:rPr>
              <a:t>CONTROL DE CATÁLOGO Y TARIFAS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201168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</a:rPr>
              <a:t>Cambios al Instante: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</a:rPr>
              <a:t>¿Subieron los insumos o cambió la duración de un servicio? El administrador puede añadir o dar de baja servicios en segundos sin tocar una sola línea de código.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</a:rPr>
              <a:t>El sistema actualiza de inmediato los precios y tiempos reflejándose automáticamente en la interfaz pública del cliente (ej. Corte Adulto $280 / 30 min o Corte MB Experience $450 / 60 min).</a:t>
            </a:r>
            <a:endParaRPr lang="en-US" sz="1500" dirty="0"/>
          </a:p>
        </p:txBody>
      </p:sp>
      <p:pic>
        <p:nvPicPr>
          <p:cNvPr id="5" name="Image 0" descr="public/screenshot_admin_servici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0" y="1645920"/>
            <a:ext cx="621792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62179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88888"/>
                </a:solidFill>
              </a:rPr>
              <a:t>MEN &amp; BOYS EXPERIENCE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0515600" y="62179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88888"/>
                </a:solidFill>
              </a:rPr>
              <a:t>8 / 13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9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32F2F"/>
                </a:solidFill>
              </a:rPr>
              <a:t>MÓDULO INTERNO 03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</a:rPr>
              <a:t>HORARIOS Y BLOQUEOS DE SEGURIDAD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201168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</a:rPr>
              <a:t>Matriz Semanal de Trabajo: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</a:rPr>
              <a:t>Permite configurar de manera individualizada las horas de entrada, salida y el día de descanso obligatorio de cada barbero por sucursal.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</a:rPr>
              <a:t>Herramienta Antierrores: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</a:rPr>
              <a:t>Módulo exclusivo para bloquear agendas de forma masiva (por vacaciones, juntas mensuales o emergencias). Si un horario está bloqueado, el algoritmo impide al 100% que un cliente pueda agendar ahí, eliminando el riesgo de duplicidad de citas.</a:t>
            </a:r>
            <a:endParaRPr lang="en-US" sz="1500" dirty="0"/>
          </a:p>
        </p:txBody>
      </p:sp>
      <p:pic>
        <p:nvPicPr>
          <p:cNvPr id="5" name="Image 0" descr="public/screenshot_admin_horari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0" y="1645920"/>
            <a:ext cx="621792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62179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88888"/>
                </a:solidFill>
              </a:rPr>
              <a:t>MEN &amp; BOYS EXPERIENCE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0515600" y="62179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88888"/>
                </a:solidFill>
              </a:rPr>
              <a:t>9 / 13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9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32F2F"/>
                </a:solidFill>
              </a:rPr>
              <a:t>MÓDULO INTERNO 04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</a:rPr>
              <a:t>CONTROL DE SUCURSALES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201168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</a:rPr>
              <a:t>Gestión Directa: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</a:rPr>
              <a:t>Modifica las direcciones físicas y los números de WhatsApp de contacto para las confirmaciones de las citas.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</a:rPr>
              <a:t>Botón Inteligente: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</a:rPr>
              <a:t>Guarda cambios únicamente cuando detecta diferencias con la base de datos, evitando recargas innecesarias.</a:t>
            </a:r>
            <a:endParaRPr lang="en-US" sz="1500" dirty="0"/>
          </a:p>
        </p:txBody>
      </p:sp>
      <p:pic>
        <p:nvPicPr>
          <p:cNvPr id="5" name="Image 0" descr="public/screenshot_admin_sucursal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0" y="1645920"/>
            <a:ext cx="621792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62179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88888"/>
                </a:solidFill>
              </a:rPr>
              <a:t>MEN &amp; BOYS EXPERIENCE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0515600" y="62179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88888"/>
                </a:solidFill>
              </a:rPr>
              <a:t>10 / 13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9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32F2F"/>
                </a:solidFill>
              </a:rPr>
              <a:t>ESTRUCTURA FINANCIERA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</a:rPr>
              <a:t>INVERSIONES EXTERNAS REQUERIDAS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</a:rPr>
              <a:t>Para garantizar la propiedad total y la transparencia del sistema, los siguientes costos de infraestructura digital son cubiertos directamente con los proveedores externos: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743200"/>
          <a:ext cx="10972800" cy="2743200"/>
        </p:xfrm>
        <a:graphic>
          <a:graphicData uri="http://schemas.openxmlformats.org/drawingml/2006/table">
            <a:tbl>
              <a:tblPr/>
              <a:tblGrid>
                <a:gridCol w="2286000"/>
                <a:gridCol w="6400800"/>
                <a:gridCol w="2286000"/>
              </a:tblGrid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1"/>
                          </a:solidFill>
                        </a:rPr>
                        <a:t>Concepto Tecnológico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1"/>
                          </a:solidFill>
                        </a:rPr>
                        <a:t>Descripción del Servicio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1"/>
                          </a:solidFill>
                        </a:rPr>
                        <a:t>Costo Estimado (Anual)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1"/>
                          </a:solidFill>
                        </a:rPr>
                        <a:t>Dominio Web Comercial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1"/>
                          </a:solidFill>
                        </a:rPr>
                        <a:t>El nombre exclusivo de tu marca en internet (ej. www.menandboys.com). Imprescindible para el posicionamiento y la confianza.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1"/>
                          </a:solidFill>
                        </a:rPr>
                        <a:t>$300 - $500 MXN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1"/>
                          </a:solidFill>
                        </a:rPr>
                        <a:t>Servidor y Base de Datos (Hosting)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1"/>
                          </a:solidFill>
                        </a:rPr>
                        <a:t>Infraestructura en la nube encargada de almacenar de forma segura la base de datos Postgres SQL y de procesar la lógica de Next.js.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1"/>
                          </a:solidFill>
                        </a:rPr>
                        <a:t>$2,000 - $3,500 MXN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62179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88888"/>
                </a:solidFill>
              </a:rPr>
              <a:t>MEN &amp; BOYS EXPERIENCE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0515600" y="62179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88888"/>
                </a:solidFill>
              </a:rPr>
              <a:t>11 / 13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9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32F2F"/>
                </a:solidFill>
              </a:rPr>
              <a:t>GUÍA DE IMPLEMENTACIÓN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</a:rPr>
              <a:t>PROVEEDORES DE DOMINIO RECOMENDADOS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</a:rPr>
              <a:t>Sugerimos realizar la adquisición del dominio en cualquiera de estas plataformas para mayor velocidad, seguridad y transparencia en precios: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2743200"/>
            <a:ext cx="3291840" cy="2743200"/>
          </a:xfrm>
          <a:prstGeom prst="rect">
            <a:avLst/>
          </a:prstGeom>
          <a:solidFill>
            <a:srgbClr val="ECE9E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</a:rPr>
              <a:t>Namecheap / Cloudflare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</a:rPr>
              <a:t>Líderes mundiales de infraestructura. Destacan por no tener costos ocultos en renovaciones anuales y ofrecer la mayor velocidad en redirección DNS.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206240" y="2743200"/>
            <a:ext cx="3291840" cy="2743200"/>
          </a:xfrm>
          <a:prstGeom prst="rect">
            <a:avLst/>
          </a:prstGeom>
          <a:solidFill>
            <a:srgbClr val="ECE9E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</a:rPr>
              <a:t>Neubox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</a:rPr>
              <a:t>Proveedor mexicano de excelente reputación. Es la opción ideal si la empresa prefiere recibir facturación local deducible de forma directa y soporte en español.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863840" y="2743200"/>
            <a:ext cx="3291840" cy="2743200"/>
          </a:xfrm>
          <a:prstGeom prst="rect">
            <a:avLst/>
          </a:prstGeom>
          <a:solidFill>
            <a:srgbClr val="ECE9E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</a:rPr>
              <a:t>Squarespace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</a:rPr>
              <a:t>Plataforma robusta que absorbió la infraestructura previa de Google Domains. Permite una administración sumamente limpia, amigable e intuitiva.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62179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88888"/>
                </a:solidFill>
              </a:rPr>
              <a:t>MEN &amp; BOYS EXPERIENCE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515600" y="62179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88888"/>
                </a:solidFill>
              </a:rPr>
              <a:t>12 / 13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32F2F"/>
                </a:solidFill>
              </a:rPr>
              <a:t>CIERRE COMERCIAL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INVERSIÓN DEL PROYECTO</a:t>
            </a:r>
            <a:endParaRPr lang="en-US" sz="2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0972800" cy="3200400"/>
        </p:xfrm>
        <a:graphic>
          <a:graphicData uri="http://schemas.openxmlformats.org/drawingml/2006/table">
            <a:tbl>
              <a:tblPr/>
              <a:tblGrid>
                <a:gridCol w="8229600"/>
                <a:gridCol w="2743200"/>
              </a:tblGrid>
              <a:tr h="1600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0E0E0"/>
                          </a:solidFill>
                        </a:rPr>
                        <a:t>Concepto / Entregables Clave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0E0E0"/>
                          </a:solidFill>
                        </a:rPr>
                        <a:t>Inversión Total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1600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0E0E0"/>
                          </a:solidFill>
                        </a:rPr>
                        <a:t>Desarrollo Integral: Sistema de Reservas Men &amp; Boys Experience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0E0E0"/>
                          </a:solidFill>
                        </a:rPr>
                        <a:t>• Portal web público adaptivo móvil-first con diseño premium Dark Mode.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0E0E0"/>
                          </a:solidFill>
                        </a:rPr>
                        <a:t>• Panel privado de administración (/admin) con control de staff, servicios, horarios, bloqueos y sucursales.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0E0E0"/>
                          </a:solidFill>
                        </a:rPr>
                        <a:t>• Estructuración de Base de Datos relacional serverless en Postgres SQL.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0E0E0"/>
                          </a:solidFill>
                        </a:rPr>
                        <a:t>• Integración en tiempo real con Google Calendar y pasarela automatizada hacia WhatsApp.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0E0E0"/>
                          </a:solidFill>
                        </a:rPr>
                        <a:t>$35,000.00 MXN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3035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32F2F"/>
                </a:solidFill>
              </a:rPr>
              <a:t>PRECIO FINAL NETO: $35,000.00 MXN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548640" y="58521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88888"/>
                </a:solidFill>
              </a:rPr>
              <a:t>* Incluye periodo de pruebas en entorno real, corrección de detalles de interfaz y entrega total de accesos administrativos y de código.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62179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88888"/>
                </a:solidFill>
              </a:rPr>
              <a:t>MEN &amp; BOYS EXPERIENCE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515600" y="62179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88888"/>
                </a:solidFill>
              </a:rPr>
              <a:t>13 / 13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2026-06-03T21:38:05Z</dcterms:created>
  <dcterms:modified xsi:type="dcterms:W3CDTF">2026-06-03T21:38:05Z</dcterms:modified>
</cp:coreProperties>
</file>